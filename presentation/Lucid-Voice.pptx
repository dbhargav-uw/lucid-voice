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4251960"/>
          </a:xfrm>
          <a:prstGeom prst="rect">
            <a:avLst/>
          </a:prstGeom>
          <a:solidFill>
            <a:srgbClr val="E148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51960"/>
            <a:ext cx="146304" cy="2606040"/>
          </a:xfrm>
          <a:prstGeom prst="rect">
            <a:avLst/>
          </a:prstGeom>
          <a:solidFill>
            <a:srgbClr val="0C82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93699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68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</a:t>
            </a:r>
            <a:endParaRPr lang="en-US" sz="3968" dirty="0"/>
          </a:p>
        </p:txBody>
      </p:sp>
      <p:sp>
        <p:nvSpPr>
          <p:cNvPr id="5" name="Text 3"/>
          <p:cNvSpPr/>
          <p:nvPr/>
        </p:nvSpPr>
        <p:spPr>
          <a:xfrm>
            <a:off x="150876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Voice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again — in your own voice.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AAC that turns 2–3 tapped words into a full, situationally-correct sentence —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in a cloned version of the user's own voice.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303520"/>
            <a:ext cx="2455164" cy="457200"/>
          </a:xfrm>
          <a:prstGeom prst="roundRect">
            <a:avLst>
              <a:gd name="adj" fmla="val 50000"/>
            </a:avLst>
          </a:prstGeom>
          <a:solidFill>
            <a:srgbClr val="0A1322"/>
          </a:solidFill>
          <a:ln w="12700">
            <a:solidFill>
              <a:srgbClr val="E148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30352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&amp; private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23844" y="5303520"/>
            <a:ext cx="2244852" cy="457200"/>
          </a:xfrm>
          <a:prstGeom prst="roundRect">
            <a:avLst>
              <a:gd name="adj" fmla="val 50000"/>
            </a:avLst>
          </a:prstGeom>
          <a:solidFill>
            <a:srgbClr val="0A1322"/>
          </a:solidFill>
          <a:ln w="12700">
            <a:solidFill>
              <a:srgbClr val="0C8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3844" y="5303520"/>
            <a:ext cx="22448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cloned voice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97296" y="5303520"/>
            <a:ext cx="2665476" cy="457200"/>
          </a:xfrm>
          <a:prstGeom prst="roundRect">
            <a:avLst>
              <a:gd name="adj" fmla="val 50000"/>
            </a:avLst>
          </a:prstGeom>
          <a:solidFill>
            <a:srgbClr val="0A1322"/>
          </a:solidFill>
          <a:ln w="12700">
            <a:solidFill>
              <a:srgbClr val="5B45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530352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Personal-memory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90-second setup — then a live demo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45159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 </a:t>
            </a:r>
            <a:pPr algn="l" indent="0" marL="0">
              <a:buNone/>
            </a:pPr>
            <a:r>
              <a:rPr lang="en-US" sz="1500" b="1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Voice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two words. Speak a whole</a:t>
            </a:r>
            <a:endParaRPr lang="en-US" sz="3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— in their own voice.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</a:t>
            </a:r>
            <a:pPr indent="0" marL="0">
              <a:buNone/>
            </a:pPr>
            <a:r>
              <a:rPr lang="en-US" sz="1500" dirty="0">
                <a:solidFill>
                  <a:srgbClr val="56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wpm on a tap-board today</a:t>
            </a:r>
            <a:pPr indent="0" marL="0">
              <a:buNone/>
            </a:pPr>
            <a:r>
              <a:rPr lang="en-US" sz="15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pPr indent="0" marL="0">
              <a:buNone/>
            </a:pPr>
            <a:r>
              <a:rPr lang="en-US" sz="2400" b="1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</a:t>
            </a:r>
            <a:pPr indent="0" marL="0">
              <a:buNone/>
            </a:pPr>
            <a:r>
              <a:rPr lang="en-US" sz="1500" dirty="0">
                <a:solidFill>
                  <a:srgbClr val="56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wpm of ordinary speech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taps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3931920"/>
            <a:ext cx="877824" cy="475488"/>
          </a:xfrm>
          <a:prstGeom prst="roundRect">
            <a:avLst>
              <a:gd name="adj" fmla="val 50000"/>
            </a:avLst>
          </a:prstGeom>
          <a:solidFill>
            <a:srgbClr val="FBE7E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931920"/>
            <a:ext cx="877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07792" y="3931920"/>
            <a:ext cx="1124712" cy="475488"/>
          </a:xfrm>
          <a:prstGeom prst="roundRect">
            <a:avLst>
              <a:gd name="adj" fmla="val 50000"/>
            </a:avLst>
          </a:prstGeom>
          <a:solidFill>
            <a:srgbClr val="FBE7E1"/>
          </a:solidFill>
          <a:ln/>
        </p:spPr>
      </p:sp>
      <p:sp>
        <p:nvSpPr>
          <p:cNvPr id="10" name="Text 8"/>
          <p:cNvSpPr/>
          <p:nvPr/>
        </p:nvSpPr>
        <p:spPr>
          <a:xfrm>
            <a:off x="2907792" y="3931920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43708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212080" y="3886200"/>
            <a:ext cx="6309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BE7E1"/>
            </a:solidFill>
            <a:prstDash val="solid"/>
          </a:ln>
          <a:effectLst>
            <a:outerShdw sx="100000" sy="100000" kx="0" ky="0" algn="bl" rotWithShape="0" blurRad="152400" dist="50800" dir="5400000">
              <a:srgbClr val="0E172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3886200"/>
            <a:ext cx="109728" cy="1554480"/>
          </a:xfrm>
          <a:prstGeom prst="rect">
            <a:avLst/>
          </a:prstGeom>
          <a:solidFill>
            <a:srgbClr val="E14826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388620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161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 close the window? I'm getting cold.</a:t>
            </a:r>
            <a:pPr algn="l"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641848" y="5029200"/>
            <a:ext cx="146304" cy="146304"/>
          </a:xfrm>
          <a:prstGeom prst="ellipse">
            <a:avLst/>
          </a:prstGeom>
          <a:solidFill>
            <a:srgbClr val="E14826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4965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IN HER OWN VOICE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Voice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45159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 </a:t>
            </a:r>
            <a:pPr algn="l" indent="0" marL="0">
              <a:buNone/>
            </a:pPr>
            <a:r>
              <a:rPr lang="en-US" sz="15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Voice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— AND THE MOAT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→ a </a:t>
            </a:r>
            <a:pPr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different, correctly-registered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reply, depending on 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listening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7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A1322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45643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A1C18"/>
          </a:solidFill>
          <a:ln w="12700">
            <a:solidFill>
              <a:srgbClr val="C23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456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· maybe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31546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3300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SOFIA (DAUGHTER)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3557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C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00" i="1" dirty="0">
                <a:solidFill>
                  <a:srgbClr val="E7ED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love to, sweetie, but I've been so tired. Can I tell you Saturday?</a:t>
            </a:r>
            <a:pPr indent="0" marL="0">
              <a:buNone/>
            </a:pPr>
            <a:r>
              <a:rPr lang="en-US" sz="1600" i="1" dirty="0">
                <a:solidFill>
                  <a:srgbClr val="0C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A1322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459943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A1C18"/>
          </a:solidFill>
          <a:ln w="12700">
            <a:solidFill>
              <a:srgbClr val="C23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599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· maybe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42976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4443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MATEO (GRANDSON)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4700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00" i="1" dirty="0">
                <a:solidFill>
                  <a:srgbClr val="E7ED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a little tired right now, mijo. Maybe after my nap? I love you.</a:t>
            </a:r>
            <a:pPr indent="0" marL="0">
              <a:buNone/>
            </a:pPr>
            <a:r>
              <a:rPr lang="en-US" sz="1600" i="1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personal-memory layer + on-device privacy + your own preserved voice — not the text generation, which any LLM can do.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Voice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45159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cid Voice hologram memory graph, f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82880"/>
            <a:ext cx="8622792" cy="6501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BLACK BOX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7373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fire.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is grounded in your personal knowledge graph — and the exact memories that shaped it light up, live. This is a real screen, not a mockup.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5138928"/>
            <a:ext cx="164592" cy="164592"/>
          </a:xfrm>
          <a:prstGeom prst="ellipse">
            <a:avLst/>
          </a:prstGeom>
          <a:solidFill>
            <a:srgbClr val="0C827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0292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brain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warm AI interviews you, and each answer blooms a new memory onto the graph.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Voice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45159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148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 </a:t>
            </a:r>
            <a:pPr algn="l" indent="0" marL="0">
              <a:buNone/>
            </a:pPr>
            <a:r>
              <a:rPr lang="en-US" sz="1500" b="1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Voice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ON-DEVICE, AND RUNNING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 — demo-safe by</a:t>
            </a:r>
            <a:endParaRPr lang="en-US" sz="3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same property.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52400" dist="50800" dir="5400000">
              <a:srgbClr val="0E172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3291840"/>
            <a:ext cx="164592" cy="164592"/>
          </a:xfrm>
          <a:prstGeom prst="ellipse">
            <a:avLst/>
          </a:prstGeom>
          <a:solidFill>
            <a:srgbClr val="0C8276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32278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knowledge graph + retrieval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· Whisper STT · XTTS voice clone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Airplane-mode capable — no Wi-Fi needed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301752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52400" dist="50800" dir="5400000">
              <a:srgbClr val="0E172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3291840"/>
            <a:ext cx="164592" cy="164592"/>
          </a:xfrm>
          <a:prstGeom prst="ellipse">
            <a:avLst/>
          </a:prstGeom>
          <a:solidFill>
            <a:srgbClr val="E14826"/>
          </a:solidFill>
          <a:ln/>
        </p:spPr>
      </p:sp>
      <p:sp>
        <p:nvSpPr>
          <p:cNvPr id="11" name="Text 9"/>
          <p:cNvSpPr/>
          <p:nvPr/>
        </p:nvSpPr>
        <p:spPr>
          <a:xfrm>
            <a:off x="7022592" y="32278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CLOUD — SPONSORS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370332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— premium voice cloning / TTS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— fast partner speech-to-text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the reconstruction reasoning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53212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52400" dist="50800" dir="5400000">
              <a:srgbClr val="0E17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55321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— let's show you live.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0" y="5532120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14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pPr algn="r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r" indent="0" marL="0">
              <a:buNone/>
            </a:pPr>
            <a:r>
              <a:rPr lang="en-US" sz="1500" b="1" dirty="0">
                <a:solidFill>
                  <a:srgbClr val="0C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pPr algn="r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r" indent="0" marL="0">
              <a:buNone/>
            </a:pPr>
            <a:r>
              <a:rPr lang="en-US" sz="1500" b="1" dirty="0">
                <a:solidFill>
                  <a:srgbClr val="B9A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45159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Lucid Voice — speak again, in your own voice</dc:title>
  <dc:subject>PptxGenJS Presentation</dc:subject>
  <dc:creator>Lucid Voice</dc:creator>
  <cp:lastModifiedBy>Lucid Voice</cp:lastModifiedBy>
  <cp:revision>1</cp:revision>
  <dcterms:created xsi:type="dcterms:W3CDTF">2026-06-21T07:13:33Z</dcterms:created>
  <dcterms:modified xsi:type="dcterms:W3CDTF">2026-06-21T07:13:33Z</dcterms:modified>
</cp:coreProperties>
</file>